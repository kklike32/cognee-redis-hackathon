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5B8CFF"/>
                </a:solidFill>
              </a:rPr>
              <a:t>🔍 SHERLOCK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B0B8D0"/>
                </a:solidFill>
              </a:rPr>
              <a:t>Competitive Intelligence Wiki  |  Cognee × Redis Hackathon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3108960"/>
            <a:ext cx="11457432" cy="25400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FFFFFF"/>
                </a:solidFill>
              </a:rPr>
              <a:t>Self-improving battle cards for Oyster HR sales AEs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8CFF"/>
                </a:solidFill>
              </a:rPr>
              <a:t>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82803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Keenan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45720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8CFF"/>
                </a:solidFill>
              </a:rPr>
              <a:t>Wiki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482803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Sherlock Competitive Wiki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45720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8CFF"/>
                </a:solidFill>
              </a:rPr>
              <a:t>Domain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482803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Competitive Intelligence / Sales Enablement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"/>
            <a:ext cx="12188952" cy="548640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84048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Wiki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Sherlock is a local-first LLM competitive-intelligence wiki for Oyster HR sales reps. It continuously ingests internal sales sources (Gong transcripts, G2 reviews, product launch docs) into a structured knowledge graph via Cognee, and caches AI-generated battle cards in Redis. A human-in-the-loop analyst review step approves proposed wiki edits, which trigger cache invalidation — so every subsequent query automatically draws from the freshest knowledge.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834640"/>
            <a:ext cx="11457432" cy="25400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3017520"/>
            <a:ext cx="11430000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5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063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B8CFF"/>
                </a:solidFill>
              </a:rPr>
              <a:t>Domain / Data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375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Gong call transcripts · G2 customer reviews · competitor product-launch notes · internal battle cards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4114800"/>
            <a:ext cx="11430000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5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160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B8CFF"/>
                </a:solidFill>
              </a:rPr>
              <a:t>Primary Use Case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43484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Pre-call competitive brief generation with cited evidence for Deel displacement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5212080"/>
            <a:ext cx="11430000" cy="1005840"/>
          </a:xfrm>
          <a:prstGeom prst="rect">
            <a:avLst/>
          </a:prstGeom>
          <a:solidFill>
            <a:srgbClr val="1A1A2E"/>
          </a:solidFill>
          <a:ln w="12700">
            <a:solidFill>
              <a:srgbClr val="5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257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B8CFF"/>
                </a:solidFill>
              </a:rPr>
              <a:t>What Makes It Stand 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5321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Redis session-cache + Cognee knowledge graph + analyst HITL = a wiki that actually gets smarter after each review cycle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"/>
            <a:ext cx="12188952" cy="548640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84048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The Three Operations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1005840"/>
            <a:ext cx="3840480" cy="5394960"/>
          </a:xfrm>
          <a:prstGeom prst="rect">
            <a:avLst/>
          </a:prstGeom>
          <a:solidFill>
            <a:srgbClr val="1A1A2E"/>
          </a:solidFill>
          <a:ln w="12700">
            <a:solidFill>
              <a:srgbClr val="5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B8CFF"/>
                </a:solidFill>
              </a:rPr>
              <a:t>⬇  INGEST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36192"/>
            <a:ext cx="11457432" cy="25400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600200"/>
            <a:ext cx="3566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50">
                <a:solidFill>
                  <a:srgbClr val="FFFFFF"/>
                </a:solidFill>
              </a:rPr>
              <a:t>→  What goes in: Gong transcripts · G2 reviews · product-launch markdown · pasted analyst notes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FFFFFF"/>
                </a:solidFill>
              </a:rPr>
              <a:t>→  How captured:  File upload UI → sherlock/ingest.py → save_local_chunks() + optional cognee.add()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FFFFFF"/>
                </a:solidFill>
              </a:rPr>
              <a:t>→  Code entry:    sherlock/ingest.py → demo_ingest() / source_intake.py → save_source()</a:t>
            </a:r>
          </a:p>
        </p:txBody>
      </p:sp>
      <p:sp>
        <p:nvSpPr>
          <p:cNvPr id="8" name="Rectangle 7"/>
          <p:cNvSpPr/>
          <p:nvPr/>
        </p:nvSpPr>
        <p:spPr>
          <a:xfrm>
            <a:off x="4160520" y="1005840"/>
            <a:ext cx="3840480" cy="5394960"/>
          </a:xfrm>
          <a:prstGeom prst="rect">
            <a:avLst/>
          </a:prstGeom>
          <a:solidFill>
            <a:srgbClr val="1A1A2E"/>
          </a:solidFill>
          <a:ln w="12700">
            <a:solidFill>
              <a:srgbClr val="5BF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0972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BFFB8"/>
                </a:solidFill>
              </a:rPr>
              <a:t>🔍  QUERY + SELF-IMPROVE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536192"/>
            <a:ext cx="11457432" cy="25400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600200"/>
            <a:ext cx="3566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50">
                <a:solidFill>
                  <a:srgbClr val="FFFFFF"/>
                </a:solidFill>
              </a:rPr>
              <a:t>→  How users query: Streamlit Battle Card view → card_agent.py → generate_brief()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FFFFFF"/>
                </a:solidFill>
              </a:rPr>
              <a:t>→  Feedback source: Analyst approves / rejects proposed changes in Analyst Review UI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FFFFFF"/>
                </a:solidFill>
              </a:rPr>
              <a:t>→  How feedback updates wiki: approve_change() writes to wiki → invalidates Redis cache → next query retrieves enriched context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FFFFFF"/>
                </a:solidFill>
              </a:rPr>
              <a:t>→  Code entry:  sherlock/card_agent.py · sherlock/pending_changes.py → approve_change()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92440" y="1005840"/>
            <a:ext cx="3840480" cy="5394960"/>
          </a:xfrm>
          <a:prstGeom prst="rect">
            <a:avLst/>
          </a:prstGeom>
          <a:solidFill>
            <a:srgbClr val="1A1A2E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09728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B6B"/>
                </a:solidFill>
              </a:rPr>
              <a:t>🧹  LINT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536192"/>
            <a:ext cx="11457432" cy="25400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600200"/>
            <a:ext cx="3566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50">
                <a:solidFill>
                  <a:srgbClr val="FFFFFF"/>
                </a:solidFill>
              </a:rPr>
              <a:t>→  What linting means: deduplicate pending changes, resolve conflicts, prune stale proposals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FFFFFF"/>
                </a:solidFill>
              </a:rPr>
              <a:t>→  How it runs: on-write (every approve/reject) and on-demand from Analyst Review UI</a:t>
            </a:r>
          </a:p>
          <a:p>
            <a:pPr>
              <a:spcBef>
                <a:spcPts val="400"/>
              </a:spcBef>
            </a:pPr>
            <a:r>
              <a:rPr sz="1350">
                <a:solidFill>
                  <a:srgbClr val="FFFFFF"/>
                </a:solidFill>
              </a:rPr>
              <a:t>→  Code entry: sherlock/pending_changes.py → pending_only() · save_changes()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"/>
            <a:ext cx="12188952" cy="548640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84048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Self-Improvement Evidence  (Before → After)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5577840" cy="5303520"/>
          </a:xfrm>
          <a:prstGeom prst="rect">
            <a:avLst/>
          </a:prstGeom>
          <a:solidFill>
            <a:srgbClr val="1A1A2E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6B6B"/>
                </a:solidFill>
              </a:rPr>
              <a:t>BASELINE RUN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6B6B"/>
                </a:solidFill>
              </a:rPr>
              <a:t>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600200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"How does Oyster beat Deel on EOR pricing?"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4767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6B6B"/>
                </a:solidFill>
              </a:rPr>
              <a:t>Result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947672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Generic positioning — no specific pricing figures cited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29514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6B6B"/>
                </a:solidFill>
              </a:rPr>
              <a:t>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295144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4 / 10  (judge rubric: citation depth)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42616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6B6B"/>
                </a:solidFill>
              </a:rPr>
              <a:t>Feedback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2642616"/>
            <a:ext cx="3931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error_type: missing_evidence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990088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error_message: No pricing data found in wiki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337560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feedback: "Brief lacks Deel price benchmarks"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685032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success_score: 0.40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005840"/>
            <a:ext cx="5577840" cy="5303520"/>
          </a:xfrm>
          <a:prstGeom prst="rect">
            <a:avLst/>
          </a:prstGeom>
          <a:solidFill>
            <a:srgbClr val="1A1A2E"/>
          </a:solidFill>
          <a:ln w="12700">
            <a:solidFill>
              <a:srgbClr val="5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0972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B8CFF"/>
                </a:solidFill>
              </a:rPr>
              <a:t>IMPROVED RUN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160020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B8CFF"/>
                </a:solidFill>
              </a:rPr>
              <a:t>Query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160020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"How does Oyster beat Deel on EOR pricing?"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1947672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B8CFF"/>
                </a:solidFill>
              </a:rPr>
              <a:t>Result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1947672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Specific claim: "Deel charges up to 599 USD/mo vs Oyster's flat 499" with [src-2] citation from G2 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295144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B8CFF"/>
                </a:solidFill>
              </a:rPr>
              <a:t>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2295144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8 / 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642616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B8CFF"/>
                </a:solidFill>
              </a:rPr>
              <a:t>What changed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642616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Analyst approved a pending change that injected a new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990088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"Quantitative Fields" section into data/wiki/deel.md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33756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685032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B8CFF"/>
                </a:solidFill>
              </a:rPr>
              <a:t>Before wiki: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3685032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## Quantitative Fields\n(empty)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4032504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B8CFF"/>
                </a:solidFill>
              </a:rPr>
              <a:t>After wiki: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032504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## Quantitative Fields\nDeel EOR: $299–$599/seat/mo...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0" y="34747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5B8CFF"/>
                </a:solidFill>
              </a:rPr>
              <a:t>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"/>
            <a:ext cx="12188952" cy="548640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84048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5029200" cy="5577840"/>
          </a:xfrm>
          <a:prstGeom prst="rect">
            <a:avLst/>
          </a:prstGeom>
          <a:solidFill>
            <a:srgbClr val="1A1A2E"/>
          </a:solidFill>
          <a:ln w="12700">
            <a:solidFill>
              <a:srgbClr val="5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6634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[ Sources: Gong · G2 · Docs ]
           |
           ▼
[ sherlock/ingest.py ]
           |
    ┌──────┴───────┐
    ▼              ▼
[ Redis ]    [ Cognee Graph ]
session mem   permanent KG
    |
    ▼
[ card_agent.py ]
    |
    ▼
[ Streamlit UI ]
    |
    ▼
[ Analyst Review → approve ]
    |
    ▼
[ wiki update + cache bust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1005840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B8CFF"/>
                </a:solidFill>
              </a:rPr>
              <a:t>Redis  —  Session Memory (Hot)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7840" y="1417320"/>
            <a:ext cx="6309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 Stores: serialised brief JSON keyed by (competitor + deal_ctx + wiki_hash + source_hash + prompt_ver)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 Written: on every cache miss in card_agent.generate_brief()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 TTL: 24 h default, invalidated immediately on wiki approval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 Stays in Redis: raw response cache (per-conversation hot data)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3383280"/>
            <a:ext cx="11457432" cy="25400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77840" y="3474720"/>
            <a:ext cx="6309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5BFFB8"/>
                </a:solidFill>
              </a:rPr>
              <a:t>Cognee  —  Permanent Knowledge Graph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77840" y="3886200"/>
            <a:ext cx="63093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 Stores: chunked markdown from all sources + wiki; entity relationships between competitors, features, pricing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 Promoted when: analyst approves a change → ingest.demo_ingest() re-indexes updated wiki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 Stays in Cognee: cross-session durable knowledge (entities, citations, relationships)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 Distillation improved: baseline had empty Quantitative Fields → after approval full pricing graph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"/>
            <a:ext cx="12188952" cy="548640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84048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Agents &amp; Roles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005840"/>
            <a:ext cx="2880360" cy="5303520"/>
          </a:xfrm>
          <a:prstGeom prst="rect">
            <a:avLst/>
          </a:prstGeom>
          <a:solidFill>
            <a:srgbClr val="1A1A2E"/>
          </a:solidFill>
          <a:ln w="12700">
            <a:solidFill>
              <a:srgbClr val="5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107899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B8CFF"/>
                </a:solidFill>
              </a:rPr>
              <a:t>Ingestor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11457432" cy="25400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572768"/>
            <a:ext cx="2651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sherlock/ingest.py
sherlock/source_intake.py
Reads .md/.txt/.html/.pdf → normalises → saves to data/sources/ → calls save_local_chunks() + optional Cognee add()</a:t>
            </a:r>
          </a:p>
        </p:txBody>
      </p:sp>
      <p:sp>
        <p:nvSpPr>
          <p:cNvPr id="8" name="Rectangle 7"/>
          <p:cNvSpPr/>
          <p:nvPr/>
        </p:nvSpPr>
        <p:spPr>
          <a:xfrm>
            <a:off x="3154680" y="1005840"/>
            <a:ext cx="2880360" cy="5303520"/>
          </a:xfrm>
          <a:prstGeom prst="rect">
            <a:avLst/>
          </a:prstGeom>
          <a:solidFill>
            <a:srgbClr val="1A1A2E"/>
          </a:solidFill>
          <a:ln w="12700">
            <a:solidFill>
              <a:srgbClr val="5BF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64408" y="107899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BFFB8"/>
                </a:solidFill>
              </a:rPr>
              <a:t>Querier / Card Agent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508760"/>
            <a:ext cx="11457432" cy="25400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64408" y="1572768"/>
            <a:ext cx="2651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sherlock/card_agent.py
Builds cache key → Redis lookup → on miss: retrieve_context_with_status() → build_citations() → LLM or deterministic brief → Redis set()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005840"/>
            <a:ext cx="2880360" cy="5303520"/>
          </a:xfrm>
          <a:prstGeom prst="rect">
            <a:avLst/>
          </a:prstGeom>
          <a:solidFill>
            <a:srgbClr val="1A1A2E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36208" y="107899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6B6B"/>
                </a:solidFill>
              </a:rPr>
              <a:t>Linter / Critic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508760"/>
            <a:ext cx="11457432" cy="25400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36208" y="1572768"/>
            <a:ext cx="2651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sherlock/pending_changes.py
pending_only() surfaces unreviewed proposals; approve_change() / reject_change() applies edits to wiki, prunes stale pending JSON, invalidates Redis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98280" y="1005840"/>
            <a:ext cx="2880360" cy="5303520"/>
          </a:xfrm>
          <a:prstGeom prst="rect">
            <a:avLst/>
          </a:prstGeom>
          <a:solidFill>
            <a:srgbClr val="1A1A2E"/>
          </a:solidFill>
          <a:ln w="127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8008" y="107899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</a:rPr>
              <a:t>Wiki Builder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1508760"/>
            <a:ext cx="11457432" cy="25400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08008" y="1572768"/>
            <a:ext cx="2651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FFFFFF"/>
                </a:solidFill>
              </a:rPr>
              <a:t>sherlock/wiki_builder.py
build_company_wiki() extracts structured sections from sources; optional LLM synthesis gated by SHERLOCK_USE_LLM env; deterministic fallback always available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"/>
            <a:ext cx="12188952" cy="548640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84048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Reproduction &amp; Environment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7132320" cy="5577840"/>
          </a:xfrm>
          <a:prstGeom prst="rect">
            <a:avLst/>
          </a:prstGeom>
          <a:solidFill>
            <a:srgbClr val="1A1A2E"/>
          </a:solidFill>
          <a:ln w="12700">
            <a:solidFill>
              <a:srgbClr val="5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685800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8FFA8"/>
                </a:solidFill>
              </a:rPr>
              <a:t># 1. Clone &amp; install
git clone &lt;repo-url&gt; &amp;&amp; cd cognee-redis-hackathon
pip install -e .
# 2. Set environment variables
export OPENAI_API_KEY=sk-...
export REDIS_URL=redis://localhost:6379
export SHERLOCK_USE_LLM=1          # optional
# 3. Start Redis (Docker)
docker compose up -d redis
# 4. Ingest demo data
python scripts/ingest_demo_data.py
# 5. Launch UI
streamlit run app/streamlit_app.py
# 6. Smoke test
python scripts/smoke_test.py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0" y="100584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B8CFF"/>
                </a:solidFill>
              </a:rPr>
              <a:t>Required Environment Variables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1508760"/>
            <a:ext cx="4297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50">
                <a:solidFill>
                  <a:srgbClr val="FFFFFF"/>
                </a:solidFill>
              </a:rPr>
              <a:t>•  OPENAI_API_KEY   — LLM calls (optional, falls back deterministically)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FFFFF"/>
                </a:solidFill>
              </a:rPr>
              <a:t>•  REDIS_URL        — Redis connection (default: redis://localhost:6379)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FFFFF"/>
                </a:solidFill>
              </a:rPr>
              <a:t>•  SHERLOCK_USE_LLM — enable GPT synthesis in wiki builder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FFFFF"/>
                </a:solidFill>
              </a:rPr>
              <a:t>•  SHERLOCK_INDEX_COGNEE — enable Cognee ingestion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FFFFF"/>
                </a:solidFill>
              </a:rPr>
              <a:t>•  COGNEE_LLM_API_KEY   — if different from OPENAI_API_KEY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43891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B8CFF"/>
                </a:solidFill>
              </a:rPr>
              <a:t>Tests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4800600"/>
            <a:ext cx="4297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50">
                <a:solidFill>
                  <a:srgbClr val="FFFFFF"/>
                </a:solidFill>
              </a:rPr>
              <a:t>•  pytest tests/ — full unit + integration suite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FFFFF"/>
                </a:solidFill>
              </a:rPr>
              <a:t>•  9 test modules covering cache, card agent, citations,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FFFFF"/>
                </a:solidFill>
              </a:rPr>
              <a:t>•    markdown store, retrieval, HITL, source intake, wiki builder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20040"/>
            <a:ext cx="12188952" cy="548640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384048"/>
            <a:ext cx="114574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</a:rPr>
              <a:t>3-Minute Pitch Outline &amp;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51560"/>
            <a:ext cx="585216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5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109728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B8CFF"/>
                </a:solidFill>
              </a:rPr>
              <a:t>1  Problem /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1371600"/>
            <a:ext cx="5577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Sales AEs waste 20+ min hunting for competitive intel before every call. Sherlock delivers a cited, deal-specific battle card in under 3 seconds.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051560"/>
            <a:ext cx="585216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5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73368" y="1097280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B8CFF"/>
                </a:solidFill>
              </a:rPr>
              <a:t>2  Ingest 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3368" y="1371600"/>
            <a:ext cx="5577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Upload a Gong transcript → Source Intake UI → file saved to data/sources/ → Cognee indexes entities → wiki rebuild triggered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075688"/>
            <a:ext cx="585216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5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2121408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B8CFF"/>
                </a:solidFill>
              </a:rPr>
              <a:t>3  Query Demo (Before)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395728"/>
            <a:ext cx="5577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AE enters deal context → card_agent generates brief → Redis MISS → LLM call → brief stored. Note: generic pricing section (no figures)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2075688"/>
            <a:ext cx="585216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5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2121408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B8CFF"/>
                </a:solidFill>
              </a:rPr>
              <a:t>4  Self-Improve Step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73368" y="2395728"/>
            <a:ext cx="5577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Analyst Review UI → approve pending change with pricing data → wiki updated → Redis cache invalidated for Deel key-space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099816"/>
            <a:ext cx="585216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5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3145536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B8CFF"/>
                </a:solidFill>
              </a:rPr>
              <a:t>5  Query Demo (After)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" y="3419856"/>
            <a:ext cx="5577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Same query → Redis HIT latency ~12 ms vs ~1400 ms → brief now includes specific pricing benchmarks with [src-2] citation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3099816"/>
            <a:ext cx="5852160" cy="914400"/>
          </a:xfrm>
          <a:prstGeom prst="rect">
            <a:avLst/>
          </a:prstGeom>
          <a:solidFill>
            <a:srgbClr val="1A1A2E"/>
          </a:solidFill>
          <a:ln w="12700">
            <a:solidFill>
              <a:srgbClr val="5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3145536"/>
            <a:ext cx="5577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B8CFF"/>
                </a:solidFill>
              </a:rPr>
              <a:t>6  What's Next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73368" y="3419856"/>
            <a:ext cx="5577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Multi-competitor support · Slack ingest connector · Auto-linting with GPT-4o critic · Confidence scoring on citations · Cloud deployment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502920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5B8CFF"/>
                </a:solidFill>
              </a:rPr>
              <a:t>Links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5394960"/>
            <a:ext cx="11612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 Repo:   github.com/keenan/cognee-redis-hackathon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 Slides: this deck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</a:rPr>
              <a:t>•  Demo:   Loom / YouTube link (to be added)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